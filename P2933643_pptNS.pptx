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048c77e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048c77ef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22885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Comparative Analysis of ANN and CNN on Fashion-MNIST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041050" y="4805402"/>
            <a:ext cx="457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Shalom Raja Kasim (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P2933643</a:t>
            </a:r>
            <a:r>
              <a:rPr i="0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66925"/>
            <a:ext cx="52863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6925"/>
            <a:ext cx="5286375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71550" y="2466975"/>
            <a:ext cx="47105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Context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971550" y="2943225"/>
            <a:ext cx="4486275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71550" y="3152775"/>
            <a:ext cx="44862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This project builds, trains, and tests deep learning models to classify images from the Fashion-MNIST dataset.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71550" y="4200525"/>
            <a:ext cx="44862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primary goal is to explore how well different neural network architectures perform and understand the factors that affect model error.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34175" y="2466975"/>
            <a:ext cx="47105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734175" y="2943225"/>
            <a:ext cx="4486275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734175" y="3152775"/>
            <a:ext cx="44862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core problem is the need for an automated system that can accurately and efficiently categorize ten different types of fashion goods (e.g., T-shirts, trousers, jackets) from 28x28 greyscale photographs.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and 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662237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2266950" y="2471737"/>
            <a:ext cx="8115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How does a Convolutional Neural Network (CNN) perform on this task versus a basic Artificial Neural Network (ANN)?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586162"/>
            <a:ext cx="322064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2322314" y="3395662"/>
            <a:ext cx="80599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What are the most significant aspects influencing model performance and causing errors?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51008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2343150" y="4319587"/>
            <a:ext cx="803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To determine the superior architecture for this specific image-based classification task.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00262"/>
            <a:ext cx="3429000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00262"/>
            <a:ext cx="3429000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100262"/>
            <a:ext cx="3429000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1390888" y="3176587"/>
            <a:ext cx="179022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ANN (MLP)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57250" y="3871912"/>
            <a:ext cx="2857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 baseline Multi-Layer Perceptron. This simple design has 3 fully connected layers (784 inputs → 128 nodes → 64 nodes → 10 outputs).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40955" y="3176587"/>
            <a:ext cx="7100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CNN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67250" y="3871912"/>
            <a:ext cx="28575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 Convolutional Neural Network comprising 2 convolutional layers, a MaxPool2d layer, and 2 fully connected layers to process spatial data.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990885" y="3176587"/>
            <a:ext cx="18302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Framework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477250" y="3871912"/>
            <a:ext cx="2857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Both models were built, trained, and evaluated using PyTorch and the Torchvision library for loading the dataset.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0250" y="24431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8825" y="24431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05975" y="24431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 Two Models Compared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title="Screenshot 2025-11-04 at 4.46.08 PM.png"/>
          <p:cNvPicPr preferRelativeResize="0"/>
          <p:nvPr/>
        </p:nvPicPr>
        <p:blipFill rotWithShape="1">
          <a:blip r:embed="rId3">
            <a:alphaModFix/>
          </a:blip>
          <a:srcRect b="0" l="248" r="238" t="0"/>
          <a:stretch/>
        </p:blipFill>
        <p:spPr>
          <a:xfrm>
            <a:off x="6334125" y="1952625"/>
            <a:ext cx="5286374" cy="381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42950" y="19526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09625" y="19526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Source: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Fashion-MNIST dataset, available in `torchvision.datasets`.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42950" y="26670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09625" y="26670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Content: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70,000 total 28x28 greyscale images across 10 distinct fashion categories.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42950" y="33813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09625" y="33813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Split: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data was divided into 60,000 samples for training and 10,000 samples for testing.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42950" y="40957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09625" y="40957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Preprocessing: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All pixel values were normalized before being fed into the models.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Dataset: Fashion-MNIST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571500" y="383857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700660" y="4095750"/>
            <a:ext cx="257625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Load Data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762000" y="4543425"/>
            <a:ext cx="24535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Load the Fashion-MNIST dataset using Torchvision and create data loaders.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438800" y="2333625"/>
            <a:ext cx="257625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Preprocess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3500139" y="2781300"/>
            <a:ext cx="24535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Normalize pixel values and split the training data into training and validation sets.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176940" y="4095750"/>
            <a:ext cx="257625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Design Models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238279" y="4543425"/>
            <a:ext cx="24535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Implement the simple ANN (MLP) and the CNN architectures in PyTorch.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915080" y="2333625"/>
            <a:ext cx="257625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Train &amp; Evaluate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976419" y="2781300"/>
            <a:ext cx="24535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Train the networks and evaluate their final performance on the test set using accuracy.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1893540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631680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369819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10107959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38100">
            <a:solidFill>
              <a:srgbClr val="0050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 Workflow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1123950" y="4286250"/>
            <a:ext cx="994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final evaluation on the 10,000-image test set clearly shows how well the CNN performed. The outcomes unequivocally show how advantageous the CNN architecture is for this image-based task.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Final Test Accuracy</a:t>
            </a:r>
            <a:endParaRPr/>
          </a:p>
        </p:txBody>
      </p:sp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900" y="1915848"/>
            <a:ext cx="8010199" cy="17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742950" y="19526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09625" y="1952625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Key Insight: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CNN is the "obviously superior" model because its architecture is designed to learn </a:t>
            </a: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spatial characteristics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(features, patterns, and edges) from images.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742950" y="32385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809625" y="323850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Error Analysis: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faults in the model are not random. The confusion matrix shows the model struggles to distinguish between visually similar classes.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42950" y="42386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09625" y="42386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Main Challenge:</a:t>
            </a:r>
            <a:r>
              <a:rPr b="0" i="0" lang="en-US" sz="15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most confused items were "T-shirt/top," "Shirt," "Pullover," and "Coat."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Discussion: Why the CNN Won</a:t>
            </a:r>
            <a:endParaRPr/>
          </a:p>
        </p:txBody>
      </p:sp>
      <p:pic>
        <p:nvPicPr>
          <p:cNvPr descr="he CNN is the &quot;obviously superior&quot; model because its architecture is designed to learn spatial characteristics (features, patterns, and edges) from images(clothes).&#10;" id="179" name="Google Shape;17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4125" y="1585000"/>
            <a:ext cx="5689175" cy="428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/>
        </p:nvSpPr>
        <p:spPr>
          <a:xfrm>
            <a:off x="2057400" y="2735758"/>
            <a:ext cx="80772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21212"/>
                </a:solidFill>
                <a:latin typeface="Merriweather"/>
                <a:ea typeface="Merriweather"/>
                <a:cs typeface="Merriweather"/>
                <a:sym typeface="Merriweather"/>
              </a:rPr>
              <a:t>The CNN's architecture is designed to learn spatial characteristics, making it the obviously superior model for this image job, with a 92.25% accuracy rate.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1709737" y="4484191"/>
            <a:ext cx="87725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— The main takeaway... is that the model's principal shortcoming is not random mistakes but rather a specific, high confusion rate between visually similar objects.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1581150" y="3021508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0134600" y="4103186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Key Takeaway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09762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909762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909762"/>
            <a:ext cx="3429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785812" y="2986087"/>
            <a:ext cx="30003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Data Augmentation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857250" y="4062412"/>
            <a:ext cx="28575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Apply transformations (e.g., random rotations, zooms, horizontal flips) to the training photos to prevent misunderstanding between visually similar classes.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4595812" y="2986087"/>
            <a:ext cx="30003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Refine Architecture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4667250" y="4062412"/>
            <a:ext cx="2857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Add Batch Normalization layers following convolutional layers to help stabilise training and possibly enhance convergence.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8430815" y="2986087"/>
            <a:ext cx="295036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Optimize Training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477250" y="3681412"/>
            <a:ext cx="2857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Experiment with other optimisers (like SGD with momentum), modify the learning rate scheduler, or train for additional epochs.</a:t>
            </a:r>
            <a:endParaRPr/>
          </a:p>
        </p:txBody>
      </p:sp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8825" y="22526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400" y="22526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77400" y="22526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Recommendations &amp; Future Work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/>
          <p:nvPr/>
        </p:nvSpPr>
        <p:spPr>
          <a:xfrm>
            <a:off x="1581150" y="3021508"/>
            <a:ext cx="476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0134600" y="4103186"/>
            <a:ext cx="476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 flipH="1">
            <a:off x="3325800" y="2905650"/>
            <a:ext cx="5540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THANKYOU</a:t>
            </a:r>
            <a:endParaRPr sz="6800"/>
          </a:p>
        </p:txBody>
      </p:sp>
      <p:sp>
        <p:nvSpPr>
          <p:cNvPr id="213" name="Google Shape;213;p23"/>
          <p:cNvSpPr txBox="1"/>
          <p:nvPr/>
        </p:nvSpPr>
        <p:spPr>
          <a:xfrm>
            <a:off x="8071425" y="5818200"/>
            <a:ext cx="33489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SHALOM KASIM</a:t>
            </a:r>
            <a:endParaRPr sz="28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